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7C3AED"/>
                </a:solidFill>
              </a:rPr>
              <a:t>FortiGate Firewall AI Agent — Architecture</a:t>
            </a:r>
          </a:p>
          <a:p>
            <a:r>
              <a:rPr sz="1200">
                <a:solidFill>
                  <a:srgbClr val="1F2A37"/>
                </a:solidFill>
              </a:rPr>
              <a:t>Local, privacy-preserving LLM assistant: live FortiGate data + built-in docs, all on your machine (no cloud keys).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31720" y="1234440"/>
            <a:ext cx="2331720" cy="822960"/>
          </a:xfrm>
          <a:prstGeom prst="roundRect">
            <a:avLst/>
          </a:prstGeom>
          <a:solidFill>
            <a:srgbClr val="16A34A"/>
          </a:solidFill>
          <a:ln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Ollama  (local LLM)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OLLAMA_BASE_URL · reasons + emits TOOL: calls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788920"/>
            <a:ext cx="1600200" cy="960120"/>
          </a:xfrm>
          <a:prstGeom prst="roundRect">
            <a:avLst/>
          </a:prstGeom>
          <a:solidFill>
            <a:srgbClr val="555F6B"/>
          </a:solidFill>
          <a:ln>
            <a:solidFill>
              <a:srgbClr val="555F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terminal Q &amp; 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31720" y="2788920"/>
            <a:ext cx="2331720" cy="9601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langchain_firewall_agent.py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Orchestrator · prompt + tool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83480" y="2788920"/>
            <a:ext cx="2148840" cy="9601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fortigate_api_wrapper.py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Adapter · maps tools, formats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2788920"/>
            <a:ext cx="1874519" cy="960120"/>
          </a:xfrm>
          <a:prstGeom prst="roundRect">
            <a:avLst/>
          </a:prstGeom>
          <a:solidFill>
            <a:srgbClr val="0E9488"/>
          </a:solidFill>
          <a:ln>
            <a:solidFill>
              <a:srgbClr val="0E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fortigate.py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REST client (httpx)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55480" y="2788920"/>
            <a:ext cx="2240280" cy="960120"/>
          </a:xfrm>
          <a:prstGeom prst="roundRect">
            <a:avLst/>
          </a:prstGeom>
          <a:solidFill>
            <a:srgbClr val="DC2A26"/>
          </a:solidFill>
          <a:ln>
            <a:solidFill>
              <a:srgbClr val="DC2A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FortiGate firewall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FortiOS /api/v2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31720" y="4343400"/>
            <a:ext cx="2331720" cy="822960"/>
          </a:xfrm>
          <a:prstGeom prst="roundRect">
            <a:avLst/>
          </a:prstGeom>
          <a:solidFill>
            <a:srgbClr val="CA8A04"/>
          </a:solidFill>
          <a:ln>
            <a:solidFill>
              <a:srgbClr val="CA8A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pdf_loader.py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Built-in documentation → prompt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4343400"/>
            <a:ext cx="2148840" cy="822960"/>
          </a:xfrm>
          <a:prstGeom prst="roundRect">
            <a:avLst/>
          </a:prstGeom>
          <a:solidFill>
            <a:srgbClr val="6B7280"/>
          </a:solidFill>
          <a:ln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.env  (config)</a:t>
            </a:r>
          </a:p>
          <a:p>
            <a:pPr algn="ctr"/>
            <a:r>
              <a:rPr sz="900">
                <a:solidFill>
                  <a:srgbClr val="FFFFFF"/>
                </a:solidFill>
              </a:rPr>
              <a:t>host · token · VDOM · log source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1680" y="3268979"/>
            <a:ext cx="320040" cy="0"/>
          </a:xfrm>
          <a:prstGeom prst="line">
            <a:avLst/>
          </a:prstGeom>
          <a:ln w="28575">
            <a:solidFill>
              <a:srgbClr val="94A3B8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493008" y="2057400"/>
            <a:ext cx="0" cy="731520"/>
          </a:xfrm>
          <a:prstGeom prst="line">
            <a:avLst/>
          </a:prstGeom>
          <a:ln w="28575">
            <a:solidFill>
              <a:srgbClr val="94A3B8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670048" y="216712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prompt / answer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63440" y="3268979"/>
            <a:ext cx="320040" cy="0"/>
          </a:xfrm>
          <a:prstGeom prst="line">
            <a:avLst/>
          </a:prstGeom>
          <a:ln w="28575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000500" y="30129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TOOL: call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32320" y="3268979"/>
            <a:ext cx="274320" cy="0"/>
          </a:xfrm>
          <a:prstGeom prst="line">
            <a:avLst/>
          </a:prstGeom>
          <a:ln w="28575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46519" y="30129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method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81160" y="3268979"/>
            <a:ext cx="274320" cy="0"/>
          </a:xfrm>
          <a:prstGeom prst="line">
            <a:avLst/>
          </a:prstGeom>
          <a:ln w="28575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95360" y="3012948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HTTPS + token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3493008" y="3749039"/>
            <a:ext cx="0" cy="594361"/>
          </a:xfrm>
          <a:prstGeom prst="line">
            <a:avLst/>
          </a:prstGeom>
          <a:ln w="28575">
            <a:solidFill>
              <a:srgbClr val="CA8A04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670048" y="3790187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docs context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053328" y="3749039"/>
            <a:ext cx="0" cy="594361"/>
          </a:xfrm>
          <a:prstGeom prst="line">
            <a:avLst/>
          </a:prstGeom>
          <a:ln w="28575">
            <a:solidFill>
              <a:srgbClr val="6B7280"/>
            </a:solidFill>
            <a:tailEnd type="triangle"/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230368" y="3790187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 i="1">
                <a:solidFill>
                  <a:srgbClr val="1F2A37"/>
                </a:solidFill>
              </a:rPr>
              <a:t>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440680"/>
            <a:ext cx="11384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b="1">
                <a:solidFill>
                  <a:srgbClr val="1F2A37"/>
                </a:solidFill>
              </a:rPr>
              <a:t>Traffic flow:  Question → prompt (system + docs) → LLM emits TOOL: call → wrapper → client → HTTPS to FortiGate → JSON back → results accumulate, LLM re-prompted (≤3×) → answer + Recommendation + [PDF] indicator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5897880"/>
            <a:ext cx="11384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F2A37"/>
                </a:solidFill>
              </a:rPr>
              <a:t>•  Text-based tool protocol (model prints TOOL: name(args), parsed by regex) — keeps it model-agnostic.</a:t>
            </a:r>
          </a:p>
          <a:p>
            <a:r>
              <a:rPr sz="1000">
                <a:solidFill>
                  <a:srgbClr val="1F2A37"/>
                </a:solidFill>
              </a:rPr>
              <a:t>•  Context accumulates across iterations; errors are surfaced (HTTP 403/404), not swallowed.</a:t>
            </a:r>
          </a:p>
          <a:p>
            <a:r>
              <a:rPr sz="1000">
                <a:solidFill>
                  <a:srgbClr val="1F2A37"/>
                </a:solidFill>
              </a:rPr>
              <a:t>•  Log tools auto-fall-back disk → memory → forticloud; everything configurable via .env (incl. Ollama URL).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